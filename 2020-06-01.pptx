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odecaedre-et-tore-avec-patr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56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Diverses techniques de représentation de polyèdres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 (LEAN)</a:t>
                </a:r>
              </a:p>
              <a:p>
                <a:pPr lvl="0" marL="0" indent="0">
                  <a:buNone/>
                </a:pPr>
                <a:r>
                  <a:rPr/>
                  <a:t>Utilisé en L1 math-info</a:t>
                </a:r>
                <a:br/>
                <a:r>
                  <a:rPr>
                    <a:hlinkClick r:id="rId2"/>
                  </a:rPr>
                  <a:t>cours «Introduction aux mathématiques formalisées»</a:t>
                </a:r>
                <a:br/>
                <a:r>
                  <a:rPr/>
                  <a:t>par Patrick Massot,</a:t>
                </a:r>
                <a:br/>
                <a:r>
                  <a:rPr/>
                  <a:t>prof d’université en mathématiques à Orsay</a:t>
                </a:r>
              </a:p>
              <a:p>
                <a:pPr lvl="0" marL="0" indent="0">
                  <a:buNone/>
                </a:pPr>
              </a:p>
              <a:p>
                <a:pPr lvl="0" marL="0" indent="0">
                  <a:buNone/>
                </a:pPr>
                <a:r>
                  <a:rPr/>
                  <a:t>Exemple de démonstration rédigée sur papier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 en 2016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  <a:p>
            <a:pPr lvl="0" marL="0" indent="0">
              <a:buNone/>
            </a:pPr>
          </a:p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des écoles</a:t>
            </a:r>
          </a:p>
          <a:p>
            <a:pPr lvl="0" marL="0" indent="0">
              <a:buNone/>
            </a:pPr>
            <a:r>
              <a:rPr/>
              <a:t>Trois étapes:</a:t>
            </a:r>
          </a:p>
          <a:p>
            <a:pPr lvl="1"/>
            <a:r>
              <a:rPr>
                <a:hlinkClick r:id="rId2"/>
              </a:rPr>
              <a:t>cycle 1</a:t>
            </a:r>
            <a:r>
              <a:rPr/>
              <a:t> – apprentissages premiers</a:t>
            </a:r>
          </a:p>
          <a:p>
            <a:pPr lvl="1"/>
            <a:r>
              <a:rPr>
                <a:hlinkClick r:id="rId3"/>
              </a:rPr>
              <a:t>cycle 2</a:t>
            </a:r>
            <a:r>
              <a:rPr/>
              <a:t> – apprentissages fondamentaux</a:t>
            </a:r>
          </a:p>
          <a:p>
            <a:pPr lvl="1"/>
            <a:r>
              <a:rPr>
                <a:hlinkClick r:id="rId4"/>
              </a:rPr>
              <a:t>cycle 3</a:t>
            </a:r>
            <a:r>
              <a:rPr/>
              <a:t> – consolidation, lien avec le collège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ancrées dans le monde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certifiés</a:t>
            </a:r>
          </a:p>
          <a:p>
            <a:pPr lvl="0" marL="0" indent="0">
              <a:buNone/>
            </a:pPr>
            <a:r>
              <a:rPr/>
              <a:t>Collège:</a:t>
            </a:r>
          </a:p>
          <a:p>
            <a:pPr lvl="1"/>
            <a:r>
              <a:rPr>
                <a:hlinkClick r:id="rId2"/>
              </a:rPr>
              <a:t>cycle 3</a:t>
            </a:r>
            <a:r>
              <a:rPr/>
              <a:t> – consolidation, lien avec le primaire</a:t>
            </a:r>
          </a:p>
          <a:p>
            <a:pPr lvl="1"/>
            <a:r>
              <a:rPr>
                <a:hlinkClick r:id="rId3"/>
              </a:rPr>
              <a:t>cycle 4</a:t>
            </a:r>
            <a:r>
              <a:rPr/>
              <a:t> – approfondissements</a:t>
            </a:r>
          </a:p>
          <a:p>
            <a:pPr lvl="0" marL="0" indent="0">
              <a:buNone/>
            </a:pPr>
            <a:r>
              <a:rPr>
                <a:hlinkClick r:id="rId4"/>
              </a:rPr>
              <a:t>Lycée général et technologique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qui aident à comprendre le monde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 de collaboration entre étudiants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marL="0" indent="0" algn="l"><a:buNone /></a:pPr><a:r><a:rPr /><a:t>USA</a:t></a:r></a:p></a:txBody></a:tc><a:tc><a:txBody><a:bodyPr /><a:lstStyle /><a:p><a:pPr lvl="0" marL="0" indent="0" algn="ctr"><a:buNone /></a:pPr><a14:m><m:oMath xmlns:m="http://schemas.openxmlformats.org/officeDocument/2006/math"><m:r><m:t>↔</m:t></m:r></m:oMath></a14:m></a:p></a:txBody></a:tc><a:tc><a:txBody><a:bodyPr /><a:lstStyle /><a:p><a:pPr lvl="0" marL="0" indent="0" algn="r"><a:buNone /></a:pPr><a:r><a:rPr /><a:t>France</a:t></a:r></a:p></a:txBody></a:tc></a:tr><a:tr h="0"><a:tc><a:txBody><a:bodyPr /><a:lstStyle /><a:p><a:pPr lvl="0" marL="0" indent="0" algn="l"><a:buNone /></a:pPr><a:r><a:rPr /><a:t>U.</a:t></a:r><a:r><a:rPr /><a:t> </a:t></a:r><a:r><a:rPr /><a:t>Washington</a:t></a:r></a:p></a:txBody></a:tc><a:tc><a:txBody><a:bodyPr /><a:lstStyle /><a:p><a:endParaRPr /></a:p></a:txBody></a:tc><a:tc><a:txBody><a:bodyPr /><a:lstStyle /><a:p><a:pPr lvl="0" marL="0" indent="0" algn="r"><a:buNone /></a:pPr><a:r><a:rPr /><a:t>Inspé</a:t></a:r><a:r><a:rPr /><a:t> </a:t></a:r><a:r><a:rPr /><a:t>Marseille</a:t></a:r></a:p></a:txBody></a:tc></a:tr><a:tr h="0"><a:tc><a:txBody><a:bodyPr /><a:lstStyle /><a:p><a:pPr lvl="0" marL="0" indent="0" algn="l"><a:buNone /></a:pPr><a:r><a:rPr /><a:t>3-4</a:t></a:r><a:r><a:rPr /><a:t> </a:t></a:r><a:r><a:rPr /><a:t>students</a:t></a:r></a:p></a:txBody></a:tc><a:tc><a:txBody><a:bodyPr /><a:lstStyle /><a:p><a:endParaRPr /></a:p></a:txBody></a:tc><a:tc><a:txBody><a:bodyPr /><a:lstStyle /><a:p><a:pPr lvl="0" marL="0" indent="0" algn="r"><a:buNone /></a:pPr><a:r><a:rPr /><a:t>3-4</a:t></a:r><a:r><a:rPr /><a:t> </a:t></a:r><a:r><a:rPr /><a:t>étudiants</a:t></a:r></a:p></a:txBody></a:tc></a:tr><a:tr h="0"><a:tc><a:txBody><a:bodyPr /><a:lstStyle /><a:p><a:pPr lvl="0" marL="0" indent="0" algn="l"><a:buNone /></a:pPr><a:r><a:rPr /><a:t>J.</a:t></a:r><a:r><a:rPr /><a:t> </a:t></a:r><a:r><a:rPr /><a:t>Athreya</a:t></a:r></a:p></a:txBody></a:tc><a:tc><a:txBody><a:bodyPr /><a:lstStyle /><a:p><a:endParaRPr /></a:p></a:txBody></a:tc><a:tc><a:txBody><a:bodyPr /><a:lstStyle /><a:p><a:pPr lvl="0" marL="0" indent="0" algn="r"><a:buNone /></a:pPr><a:r><a:rPr /><a:t>A.</a:t></a:r><a:r><a:rPr /><a:t> </a:t></a:r><a:r><a:rPr /><a:t>Málaga</a:t></a:r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systèmes</a:t>
                      </a:r>
                      <a:r>
                        <a:rPr/>
                        <a:t> </a:t>
                      </a:r>
                      <a:r>
                        <a:rPr/>
                        <a:t>dynamiques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Création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</a:t>
                      </a:r>
                      <a:r>
                        <a:rPr/>
                        <a:t> </a:t>
                      </a:r>
                      <a:r>
                        <a:rPr/>
                        <a:t>d’une</a:t>
                      </a:r>
                      <a:r>
                        <a:rPr/>
                        <a:t> </a:t>
                      </a:r>
                      <a:r>
                        <a:rPr/>
                        <a:t>imprimante</a:t>
                      </a:r>
                      <a:r>
                        <a:rPr/>
                        <a:t> </a:t>
                      </a:r>
                      <a:r>
                        <a:rPr/>
                        <a:t>Braille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  <a:r>
                        <a:rPr/>
                        <a:t> </a:t>
                      </a:r>
                      <a:r>
                        <a:rPr/>
                        <a:t>Intégration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TICE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événements,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AMPIRIC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Extrait de la présentation d’AMPIRIC de janvier 2020 (Jacques Ginestié)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peuvent bénéficier d’une collaboration dans Sfere au-delà de l’ADEF, en particulier avec l’I2M et l’IREM de Marseille.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d’un projet de Sfere: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  <a:p>
            <a:pPr lvl="0" marL="0" indent="0">
              <a:buNone/>
            </a:pPr>
            <a:r>
              <a:rPr/>
              <a:t>Possible collaboration avec l’IMéRA…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Pour conclure…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2020-06-01T21:05:23Z</dcterms:created>
  <dcterms:modified xsi:type="dcterms:W3CDTF">2020-06-01T21:05:23Z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2020-06-02</vt:lpwstr>
  </property>
  <property fmtid="{D5CDD505-2E9C-101B-9397-08002B2CF9AE}" pid="3" name="header-includes">
    <vt:lpwstr>  </vt:lpwstr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  <property fmtid="{D5CDD505-2E9C-101B-9397-08002B2CF9AE}" pid="6" name="section-titles">
    <vt:lpwstr>False</vt:lpwstr>
  </property>
  <property fmtid="{D5CDD505-2E9C-101B-9397-08002B2CF9AE}" pid="7" name="toc">
    <vt:lpwstr>True</vt:lpwstr>
  </property>
</Properties>
</file>