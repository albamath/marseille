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  <a:r>
              <a:rPr/>
              <a:t> </a:t>
            </a:r>
            <a:r>
              <a:rPr/>
              <a:t>14:15:00</a:t>
            </a:r>
            <a:r>
              <a:rPr/>
              <a:t> </a:t>
            </a:r>
            <a:r>
              <a:rPr/>
              <a:t>+0200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(prononcer «linne»)</a:t>
                </a:r>
              </a:p>
              <a:p>
                <a:pPr lvl="0" marL="0" indent="0">
                  <a:buNone/>
                </a:pPr>
                <a:r>
                  <a:rPr/>
                  <a:t>Utilisé en L1 math-info </a:t>
                </a:r>
                <a:r>
                  <a:rPr>
                    <a:hlinkClick r:id="rId2"/>
                  </a:rPr>
                  <a:t>cours «Introduction aux mathématiques formalisées»</a:t>
                </a:r>
                <a:r>
                  <a:rPr/>
                  <a:t> par Patrick Massot, prof d’université en mathématiques à Orsay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 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 - </a:t>
            </a:r>
            <a:r>
              <a:rPr>
                <a:hlinkClick r:id="rId2"/>
              </a:rPr>
              <a:t>cycle 3</a:t>
            </a:r>
            <a:r>
              <a:rPr/>
              <a:t> – consolidation, lien avec le primaire - </a:t>
            </a:r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2020-06-01T12:49:39Z</dcterms:created>
  <dcterms:modified xsi:type="dcterms:W3CDTF">2020-06-01T12:49:39Z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 14:15:00 +0200</vt:lpwstr>
  </property>
  <property fmtid="{D5CDD505-2E9C-101B-9397-08002B2CF9AE}" pid="3" name="header-includes">
    <vt:lpwstr>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</Properties>
</file>