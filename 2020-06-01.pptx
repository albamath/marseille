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</a:t>
            </a:r>
            <a:r>
              <a:rPr/>
              <a:t> </a:t>
            </a:r>
            <a:r>
              <a:rPr/>
              <a:t>juin</a:t>
            </a:r>
            <a:r>
              <a:rPr/>
              <a:t> </a:t>
            </a:r>
            <a:r>
              <a:rPr/>
              <a:t>2020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(prononcer «linne»)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 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Pour</a:t>
            </a:r>
            <a:r>
              <a:rPr/>
              <a:t> </a:t>
            </a:r>
            <a:r>
              <a:rPr/>
              <a:t>conclure…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2020-06-01T15:06:49Z</dcterms:created>
  <dcterms:modified xsi:type="dcterms:W3CDTF">2020-06-01T15:06:49Z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 juin 2020</vt:lpwstr>
  </property>
  <property fmtid="{D5CDD505-2E9C-101B-9397-08002B2CF9AE}" pid="3" name="header-includes">
    <vt:lpwstr>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</Properties>
</file>