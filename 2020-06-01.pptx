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</a:t>
            </a:r>
            <a:r>
              <a:rPr/>
              <a:t> </a:t>
            </a:r>
            <a:r>
              <a:rPr/>
              <a:t>juin</a:t>
            </a:r>
            <a:r>
              <a:rPr/>
              <a:t> </a:t>
            </a:r>
            <a:r>
              <a:rPr/>
              <a:t>2020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Primaire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Nombres</a:t>
                      </a:r>
                      <a:r>
                        <a:rPr/>
                        <a:t> </a:t>
                      </a:r>
                      <a:r>
                        <a:rPr/>
                        <a:t>avec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yupana</a:t>
                      </a:r>
                      <a:r>
                        <a:rPr/>
                        <a:t> </a:t>
                      </a:r>
                      <a:r>
                        <a:rPr/>
                        <a:t>inca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Secondaire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avec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Supérieur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raisonnement</a:t>
                      </a:r>
                      <a:r>
                        <a:rPr/>
                        <a:t> </a:t>
                      </a:r>
                      <a:r>
                        <a:rPr/>
                        <a:t>mathématique</a:t>
                      </a:r>
                      <a:r>
                        <a:rPr/>
                        <a:t> </a:t>
                      </a:r>
                      <a:r>
                        <a:rPr/>
                        <a:t>avec</a:t>
                      </a:r>
                      <a:r>
                        <a:rPr/>
                        <a:t> </a:t>
                      </a:r>
                      <a:r>
                        <a:rPr/>
                        <a:t>LEAN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Raisonnement mathématique avec LEAN</a:t>
                </a:r>
              </a:p>
              <a:p>
                <a:pPr lvl="0" marL="0" indent="0">
                  <a:buNone/>
                </a:pPr>
                <a:r>
                  <a:rPr/>
                  <a:t>LEAN: un assistant de preuves (L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professeur en mathématiques à Orsay</a:t>
                </a:r>
              </a:p>
              <a:p>
                <a:pPr lvl="0" marL="0" indent="0">
                  <a:buNone/>
                </a:pPr>
              </a:p>
              <a:p>
                <a:pPr lvl="0" marL="0" indent="0">
                  <a:buNone/>
                </a:pPr>
                <a:r>
                  <a:rPr/>
                  <a:t>Démonstration rédigée sur papier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 en 2016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ancrées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</a:t>
            </a:r>
            <a:br/>
          </a:p>
          <a:p>
            <a:pPr lvl="1">
              <a:buNone/>
            </a:pPr>
            <a:r>
              <a:rPr/>
              <a:t>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Liens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  <a:r>
                        <a:rPr/>
                        <a:t> </a:t>
                      </a: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AMPIRIC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Extrait de la présentation d’AMPIRIC de janvier 2020 (Jacques Ginestié)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Primaire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Nombres</a:t>
                      </a:r>
                      <a:r>
                        <a:rPr/>
                        <a:t> </a:t>
                      </a:r>
                      <a:r>
                        <a:rPr/>
                        <a:t>avec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yupana</a:t>
                      </a:r>
                      <a:r>
                        <a:rPr/>
                        <a:t> </a:t>
                      </a:r>
                      <a:r>
                        <a:rPr/>
                        <a:t>inca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Secondaire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avec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Supérieur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l">
                        <a:buNone/>
                      </a:pP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raisonnement</a:t>
                      </a:r>
                      <a:r>
                        <a:rPr/>
                        <a:t> </a:t>
                      </a:r>
                      <a:r>
                        <a:rPr/>
                        <a:t>mathématique</a:t>
                      </a:r>
                      <a:r>
                        <a:rPr/>
                        <a:t> </a:t>
                      </a:r>
                      <a:r>
                        <a:rPr/>
                        <a:t>avec</a:t>
                      </a:r>
                      <a:r>
                        <a:rPr/>
                        <a:t> </a:t>
                      </a:r>
                      <a:r>
                        <a:rPr/>
                        <a:t>LEAN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</a:t>
            </a:r>
            <a:br/>
            <a:r>
              <a:rPr/>
              <a:t>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2014: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</a:t>
            </a:r>
            <a:br/>
          </a:p>
          <a:p>
            <a:pPr lvl="2">
              <a:buNone/>
            </a:pPr>
            <a:r>
              <a:rPr/>
              <a:t>l’éducation, la médiation, les expériences artistique et scientifique</a:t>
            </a:r>
            <a:br/>
          </a:p>
          <a:p>
            <a:pPr lvl="2">
              <a:buNone/>
            </a:pPr>
            <a:r>
              <a:rPr/>
              <a:t>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nouvelle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Pour conclure…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2020-06-01T21:43:01Z</dcterms:created>
  <dcterms:modified xsi:type="dcterms:W3CDTF">2020-06-01T21:43:01Z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 juin 2020</vt:lpwstr>
  </property>
  <property fmtid="{D5CDD505-2E9C-101B-9397-08002B2CF9AE}" pid="3" name="header-includes">
    <vt:lpwstr> 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  <property fmtid="{D5CDD505-2E9C-101B-9397-08002B2CF9AE}" pid="6" name="section-titles">
    <vt:lpwstr>False</vt:lpwstr>
  </property>
  <property fmtid="{D5CDD505-2E9C-101B-9397-08002B2CF9AE}" pid="7" name="toc">
    <vt:lpwstr>True</vt:lpwstr>
  </property>
</Properties>
</file>