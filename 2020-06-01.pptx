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(LEAN)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Exemple de demonstration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 en 2016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  <a:r>
                        <a:rPr/>
                        <a:t> </a:t>
                      </a: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Pour conclure…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2020-06-01T20:27:14Z</dcterms:created>
  <dcterms:modified xsi:type="dcterms:W3CDTF">2020-06-01T20:27:14Z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> 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  <property fmtid="{D5CDD505-2E9C-101B-9397-08002B2CF9AE}" pid="6" name="section-titles">
    <vt:lpwstr>False</vt:lpwstr>
  </property>
  <property fmtid="{D5CDD505-2E9C-101B-9397-08002B2CF9AE}" pid="7" name="toc">
    <vt:lpwstr>True</vt:lpwstr>
  </property>
</Properties>
</file>